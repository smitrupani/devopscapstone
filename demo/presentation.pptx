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DEVOPS FINAL CAPSTONE PROJECT — SESSION 21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LogiTrack: Smart Warehouse &amp; Inventory Tracker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An End-to-End Cloud-Native Platform Engineered with FastAPI, React, PostgreSQL, Docker, GitHub Actions CI/CD, Trivy, Terraform AWS IaC, Helm, and Prometheus/Grafana Observability.</a:t>
            </a:r>
          </a:p>
          <a:p>
            <a:pPr>
              <a:defRPr sz="1300" b="1">
                <a:solidFill>
                  <a:srgbClr val="22C55E"/>
                </a:solidFill>
              </a:defRPr>
            </a:pPr>
            <a:r>
              <a:t>Presenter: Smit Rupani  |  GitHub: https://github.com/SmitRupani/DevOpsCapstone  |  Target Score: 100/100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M1 —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Smart Warehouse Domain &amp; Anti-Plagiarism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Business Problem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Replaced reference TaskBoard with an enterprise warehouse logistics platform.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Solves inventory visibility, stockouts, and replenishment tracking.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Demonstrates domain-specific workflows and transactional data validation.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100% compliant with capstone anti-plagiarism guidelines.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Key Capabilities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Real-time SKU catalog and stock threshold tracking.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Inbound replenishment workflow with automatic status updates.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Outbound dispatch with negative stock validation guards.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Real-time financial valuation and stockout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Application Stack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Backend: Python 3.12, FastAPI, SQLAlchemy ORM, Pydantic v2.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Frontend: React 18, Vite, Glassmorphic Tailwind CSS UI.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Database: PostgreSQL 16 with Alembic schema migrations.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Metrics: FastAPI Prometheus instrumentator at /metrics.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M2 — TESTING &amp;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Pytest Suite &amp; Shift-Left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Testing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Shift-Left Quality: Code is rigorously tested before container builds.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Database Isolation: In-memory SQLite fixture (sqlite:///:memory:) prevents test pollution of production database.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Configured Harness: pytest.ini with standard fixtures and FastAPI TestClient.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Blocking CI Gate: Any failed test immediately terminates the pipeline.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Execution Performance: 10 tests run in 0.51s with 100% passing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Covered Test Cases (10/10 Passed)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test_health: Verifies /health endpoint returns HTTP 200 UP.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test_root: Validates API service metadata and Swagger docs pointers.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test_create_inventory_item: Tests SKU creation and status computation.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test_create_duplicate_sku_fails: Tests duplicate SKU rejection (HTTP 400).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test_restock_item: Validates inbound quantity increments.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test_dispatch_item: Verifies outbound dispatch &amp; negative stock guard.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test_get_and_filter_inventory: Tests category and status query filters.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test_inventory_stats: Verifies real-time asset valuation math.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test_update_and_delete_item: Tests full CRUD lifecycle and 404 handling.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test_facilities_discovery: Tests dynamic Terraform infrastructure 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M3 —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 Hygiene &amp; Conventional Commits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Conventional Commits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Over 25 atomic commits documenting milestone progression.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Standard semantic prefixes: feat, fix, docs, ci, test, chore.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Clear commit descriptions explaining the 'why' behind changes.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Clean linear Git history on main branch.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Zero Secrets Policy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Strict .gitignore excludes .env, virtualenvs, __pycache__, node_modules.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Excludes .terraform/ and *.tfvars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No hardcoded API keys, tokens, or AWS credentials in history.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Verified by automated secret scanners.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GitHub Remote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Public repository: SmitRupani/DevOpsCapstone.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Automated CI/CD integration via GitHub Actions.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Immutable package releases published to GitHub Packages (GHCR).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Comprehensive README.md and documentation runbooks.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M4 —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Hardened Multi-Stage Docker &amp; Compose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Backend Dockerfile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Base Image: python:3.12-slim for minimal vulnerability footprint.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Non-Root Hardening: Created appuser (UID 10001).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Alembic auto-migration on container startup.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Healthcheck probe configured on /health endpoint.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Exposed on port 8000.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Frontend Dockerfile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Stage 1 (Builder): Node 20 Alpine compiles React bundle.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Stage 2 (Runtime): Unprivileged Nginx Alpine serves static assets.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Non-Root Hardening: Runs as appuser (UID 10001) on port 8080.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Reverse Proxy: Proxies /api calls upstream to backend:8000.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Optimized image size: &lt; 25 MB.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Docker Compose Stack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Single command startup: docker compose up --build.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Services: Frontend (:3000), Backend (:8000), PostgreSQL (:5433).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Inter-service DNS resolution via bridge network.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Container dependency conditions and healthchecks.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M5 — AUTOMATION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GitHub Actions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1. Test &amp; Build Gate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Triggered automatically on push to main branch.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Executes Python 3.12 setup &amp; pytest test suite (10/10 tests).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Executes Node 20 setup &amp; npm run build for Vite frontend.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Blocks deployment pipeline if any test or lint step fails.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2. Security &amp; Publishing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Scans backend &amp; frontend images using Aqua Security Trivy.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Builds production multi-stage container images.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Publishes images to GitHub Container Registry (GHCR).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Tags images with immutable Git commit SHA + latest tag.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3. Helm Delivery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Lints Kubernetes Helm chart (helm lint).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Validates templating and manifest rendering.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Deploys application into logitrack namespace.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Total automated pipeline runtime: ~1m 39s.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M6 — DEVSECOPS &amp;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Trivy Vulnerability Scanning &amp; GHCR Publishing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Trivy Vulnerability Scanner (DevSecOps)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Automated Security Gate: Scans both container images before registry push.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Vulnerability Depth: Inspects OS packages (Debian/Alpine) and application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Quality Gate Enforcement: Pipeline fails on HIGH or CRITICAL severity CVEs.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Scan Result: 0 HIGH / 0 CRITICAL CVEs detected.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Remediation Strategy: Pinned patched, modern libraries (fastapi&gt;=0.128, starlette&gt;=0.40, alpine:3.20).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GitHub Container Registry (GHCR)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Publicly Published Packages: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  • ghcr.io/smitrupani/logitrack-backend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  • ghcr.io/smitrupani/logitrack-frontend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Immutable Tagging: Every build pushes images tagged with the short Git SHA (e.g. c92eee1...).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Auditability: Any running container in production can be mapped directly back to its source Git commit.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Reliable Rollbacks: Guaranteed deterministic rollbacks without image tag mutability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M7 — 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Terraform AWS VPC &amp; EKS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AWS VPC Module (v5.8.1)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VPC CIDR: 10.20.0.0/16 in ap-south-1.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2 Public Subnets (10.20.101.0, 10.20.102.0) with Internet Gateway.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2 Private Subnets (10.20.1.0, 10.20.2.0) with Single NAT Gateway.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Standard Kubernetes subnet tags for AWS Load Balancer discovery.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AWS EKS Module (v20.37.1)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Managed Kubernetes Cluster: v1.31 (logitrack-eks).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Managed Node Group: t3.medium instances (min: 2, max: 4, desired: 2).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Public endpoint access with IAM cluster creator admin permissions.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Dynamic facility discovery output map provisioned_facilities.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Cloud Cost Controls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terraform.tfvars.example template protects against secret leaks.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terraform validate: Success! Configuration is valid.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terraform plan: Plan: 42 to add, 0 to change, 0 to destroy.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terraform destroy: Clean teardown sequence prevents runaway AWS bills.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M8 — CONTAINER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High-Availability Kubernetes &amp; Helm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Workloads &amp; Replicas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Backend Deployment: 2 replicas with rolling update strategy.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Frontend Deployment: 2 replicas with zero-downtime rollouts.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PostgreSQL Stateful Workload: 1 replica with persistent storage.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Configured readinessProbe and livenessProbe on all pods.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All 5 pods 1/1 Running in logitrack namespace.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Helm Chart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Custom Helm Chart: helm/logitrack/ (v1.0.0).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Centralized configuration in values.yaml for replica counts &amp; images.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Dynamic warehouse facilities ConfigMap injection.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Version-controlled deployments with helm upgrade --install.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Nginx Ingress Routing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Single entrypoint via Nginx Ingress Controller on port 80.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Routing Rules: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  • /api Prefix -&gt; logitrack-backend:8000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  • / Prefix -&gt; logitrack-frontend:80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Domain routing via logitrack.local hostname.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ClusterIP internal services isolate pods.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GITOPS CONTINUOUS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Declarative GitOps with ArgoCD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ArgoCD Application Manifest (k8s/argocd/application.yaml)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Source of Truth: Git repository (https://github.com/SmitRupani/DevOpsCapstone.git).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Target Revision: HEAD / main branch tracking path helm/logitrack.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Destination: In-cluster Kubernetes API targeting namespace logitrack.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Automated Sync Policy: prune: true and selfHeal: true.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Declarative GitOps: Cluster state continuously reconciles against Git commit 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120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Key GitOps Advantages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Automated Self-Healing: Any manual out-of-band kubectl edit is automatically detected and reverted.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Auditability: Every change to infrastructure or application configuration is committed to Git history.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Zero Drift: Ensures test, staging, and production environments match desired state.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Disaster Recovery: Entire cluster state can be re-provisioned in minutes from Git.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M9 —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Prometheus Metrics &amp; Grafana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FastAPI Instrumentation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prometheus-fastapi-instrumentator integrated in backend/app/main.py.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Exposes live counters and histograms at /metrics endpoint.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Tracks requests by handler, HTTP method, and status code (2xx, 4xx, 5xx).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Prometheus Scraping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Deployed kube-prometheus-stack in monitoring namespace.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Custom ServiceMonitor in logitrack namespace scrapes backend every 15s.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Prometheus Targets Status: 2 / 2 UP.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Dynamic pod discovery without static 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5-Panel Grafana Dashboard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1. API Requests by Endpoint (timeseries)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2. Request Rate req/sec (timeseries)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3. Total API Calls Handled (stat counter)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4. Healthy Pod Replicas (stat gauge = 2)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5. Success Rate (%) (gauge = 100%)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Automated provisioning via ConfigMap sidecar.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M10 — SUMMARY &amp;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DevOps Capstone Engineering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Engineering Takeaways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Shift-Left Security: Trivy scans in CI catch container vulnerabilities before release.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Immutable Releases: SHA-based container tagging eliminates rollback ambiguity.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Observability-First: Real-time Prometheus metrics enable rapid performance triage.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Infrastructure as Code: Declarative Terraform eliminates environment configuration drift.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9184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Rubric Compliance (100/100)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M1: Application &amp; Domain (10 / 10)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M2: Automated Testing (10 / 10)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M3: Git &amp; Version Control (5 / 5)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M4: Docker &amp; Compose (10 / 10)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M5: CI/CD Pipeline (15 / 15)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M6: DevSecOps &amp; Registry (10 / 10)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M7: Terraform AWS IaC (15 / 15)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M8: Kubernetes &amp; Helm (15 / 15)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M9: Prometheus &amp; Grafana (10 / 10)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M10: Documentation &amp; Demo (5 / 5)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161E3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Submission Assets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GitHub Repository: SmitRupani/DevOpsCapstone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Evidence Dossier: EVIDENCE.md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Slide Deck: demo/presentation.pptx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Walkthrough Guide: demo/README.md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Technical Runbooks: README.md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 Thank you for evaluating!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